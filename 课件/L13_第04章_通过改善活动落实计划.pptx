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27617fd126416a" /><Relationship Type="http://schemas.openxmlformats.org/officeDocument/2006/relationships/extended-properties" Target="/docProps/app.xml" Id="Rb2006985a11c4e12" /><Relationship Type="http://schemas.openxmlformats.org/officeDocument/2006/relationships/officeDocument" Target="/ppt/presentation.xml" Id="Rcc95b25e485940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a58cafefca46b4"/>
  </p:sldMasterIdLst>
  <p:notesMasterIdLst>
    <p:notesMasterId xmlns:r="http://schemas.openxmlformats.org/officeDocument/2006/relationships" r:id="Rb56501530be94ee3"/>
  </p:notesMasterIdLst>
  <p:sldIdLst>
    <p:sldId xmlns:r="http://schemas.openxmlformats.org/officeDocument/2006/relationships" id="256" r:id="Rcac33a7b8a874f8c"/>
    <p:sldId xmlns:r="http://schemas.openxmlformats.org/officeDocument/2006/relationships" id="257" r:id="R8321d3db99004fd9"/>
    <p:sldId xmlns:r="http://schemas.openxmlformats.org/officeDocument/2006/relationships" id="258" r:id="R60d2d4315a8840a3"/>
    <p:sldId xmlns:r="http://schemas.openxmlformats.org/officeDocument/2006/relationships" id="259" r:id="R8dde6ed1f2224405"/>
    <p:sldId xmlns:r="http://schemas.openxmlformats.org/officeDocument/2006/relationships" id="260" r:id="Rcf1e2cfcfeee4291"/>
    <p:sldId xmlns:r="http://schemas.openxmlformats.org/officeDocument/2006/relationships" id="261" r:id="Re0ca7d88e9b646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810f7c62d64668" /><Relationship Type="http://schemas.openxmlformats.org/officeDocument/2006/relationships/slideMaster" Target="/ppt/slideMasters/slideMaster1.xml" Id="R00a58cafefca46b4" /><Relationship Type="http://schemas.openxmlformats.org/officeDocument/2006/relationships/notesMaster" Target="/ppt/notesMasters/notesMaster1.xml" Id="Rb56501530be94ee3" /><Relationship Type="http://schemas.openxmlformats.org/officeDocument/2006/relationships/presProps" Target="/ppt/presProps.xml" Id="R7df85efc0ffb40bc" /><Relationship Type="http://schemas.openxmlformats.org/officeDocument/2006/relationships/tableStyles" Target="/ppt/tableStyles.xml" Id="R0957e55fd48f4e17" /><Relationship Type="http://schemas.openxmlformats.org/officeDocument/2006/relationships/slide" Target="/ppt/slides/slide1.xml" Id="Rcac33a7b8a874f8c" /><Relationship Type="http://schemas.openxmlformats.org/officeDocument/2006/relationships/slide" Target="/ppt/slides/slide2.xml" Id="R8321d3db99004fd9" /><Relationship Type="http://schemas.openxmlformats.org/officeDocument/2006/relationships/slide" Target="/ppt/slides/slide3.xml" Id="R60d2d4315a8840a3" /><Relationship Type="http://schemas.openxmlformats.org/officeDocument/2006/relationships/slide" Target="/ppt/slides/slide4.xml" Id="R8dde6ed1f2224405" /><Relationship Type="http://schemas.openxmlformats.org/officeDocument/2006/relationships/slide" Target="/ppt/slides/slide5.xml" Id="Rcf1e2cfcfeee4291" /><Relationship Type="http://schemas.openxmlformats.org/officeDocument/2006/relationships/slide" Target="/ppt/slides/slide6.xml" Id="Re0ca7d88e9b646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29d2d9a82d4f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8110a6a3564eae" /><Relationship Type="http://schemas.openxmlformats.org/officeDocument/2006/relationships/notesMaster" Target="/ppt/notesMasters/notesMaster1.xml" Id="Rf58764511dbf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e8fb1641854711" /><Relationship Type="http://schemas.openxmlformats.org/officeDocument/2006/relationships/notesMaster" Target="/ppt/notesMasters/notesMaster1.xml" Id="R58c6ec2f8cb74c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578ed0f35e4877" /><Relationship Type="http://schemas.openxmlformats.org/officeDocument/2006/relationships/notesMaster" Target="/ppt/notesMasters/notesMaster1.xml" Id="Rebbb80a2f4944c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e5a131972c4177" /><Relationship Type="http://schemas.openxmlformats.org/officeDocument/2006/relationships/notesMaster" Target="/ppt/notesMasters/notesMaster1.xml" Id="Re0aff02f9eb142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2b7597559542b1" /><Relationship Type="http://schemas.openxmlformats.org/officeDocument/2006/relationships/notesMaster" Target="/ppt/notesMasters/notesMaster1.xml" Id="Reec9e8853f4341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c6a080ac3e4812" /><Relationship Type="http://schemas.openxmlformats.org/officeDocument/2006/relationships/notesMaster" Target="/ppt/notesMasters/notesMaster1.xml" Id="R56bfbe11962e47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改善活动的作用。前两讲得到现状和未来状态计划，这一讲讨论怎样推进其中的改善活动。作者介绍的一周改善活动，把分析、重新设计和实施集中在一段时间内，减少长期讨论却没有行动的情况。活动结束后还需要跟进，不能把结束会议当作问题已经解决的证据。课程借用这一思路，帮助你说明一项活动准备改什么、谁参与，以及之后如何检查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10_书籍/企业精益转型的领导之道/01_章节/CH04-S10 一周改善活动的动力.md#^llet-ch04-s10-p002</a:t>
            </a:r>
          </a:p>
          <a:p xmlns:a="http://schemas.openxmlformats.org/drawingml/2006/main">
            <a:r>
              <a:t>10_书籍/企业精益转型的领导之道/01_章节/CH04-S10 一周改善活动的动力.md#^llet-ch04-s10-p005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人员、指导与持续跟进。原书讨论小团队专注开展改善活动，并强调有经验的指导者在现场帮助学习。具体人数和时间要放回作者描述的情境理解，本课不将其规定为所有团队的统一标准。作者还回顾了早期活动的压力，后来逐渐学会以更少压力完成工作，因此没有必要把加班本身当作改善要求。练习时关注参与条件、指导支持和后续跟进；人员选择的细节，下一单元团队与人才会继续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10_书籍/企业精益转型的领导之道/01_章节/CH04-S10 一周改善活动的动力.md#^llet-ch04-s10-p003</a:t>
            </a:r>
          </a:p>
          <a:p xmlns:a="http://schemas.openxmlformats.org/drawingml/2006/main">
            <a:r>
              <a:t>10_书籍/企业精益转型的领导之道/01_章节/CH04-S10 一周改善活动的动力.md#^llet-ch04-s10-p005</a:t>
            </a:r>
          </a:p>
          <a:p xmlns:a="http://schemas.openxmlformats.org/drawingml/2006/main">
            <a:r>
              <a:t>10_书籍/企业精益转型的领导之道/01_章节/CH04-S10 一周改善活动的动力.md#^llet-ch04-s10-p006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第3页。原书案例：FNOK持续回到同一区域。原书的 FNOK 案例描述，团队第一次改善取得进展后，没有马上离开这个区域，而是多次回到同一过程重新研究。案例帮助我们理解，第一次改善不是终点，新状态还会暴露进一步的机会。原书有关多轮增长的数字与图表口径需要结合原始材料核对，本讲不把这些比例相乘，也不推算学员能够达到多少倍增长。学习重点是保留结果、重新观察，再决定下一轮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10_书籍/企业精益转型的领导之道/01_章节/CH04-S09 典型价值流.md#^llet-ch04-s09-p006</a:t>
            </a:r>
          </a:p>
          <a:p xmlns:a="http://schemas.openxmlformats.org/drawingml/2006/main">
            <a:r>
              <a:t>10_书籍/企业精益转型的领导之道/01_章节/CH04-S09 典型价值流.md#^llet-ch04-s09-p007</a:t>
            </a:r>
          </a:p>
          <a:p xmlns:a="http://schemas.openxmlformats.org/drawingml/2006/main">
            <a:r>
              <a:t>10_书籍/企业精益转型的领导之道/01_章节/CH04-S08 5 倍规则.md#^llet-ch04-s08-p002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五倍规则与活动的三类收获。作者提出五倍规则，指计划多次研究同一价值流的工作过程，而不是保证产出增长五倍。他还总结改善活动的三类收获：运营结果，工具、原则和方法的学习，以及文化变化。由此看，检查活动不能只问办了几场，还要看实际工作是否变化、参与者学到了什么。作者把日常持续改善视为长期方向。一周活动可以推动学习，但不替代后续的日常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10_书籍/企业精益转型的领导之道/01_章节/CH04-S08 5 倍规则.md#^llet-ch04-s08-p002</a:t>
            </a:r>
          </a:p>
          <a:p xmlns:a="http://schemas.openxmlformats.org/drawingml/2006/main">
            <a:r>
              <a:t>10_书籍/企业精益转型的领导之道/01_章节/CH04-S10 一周改善活动的动力.md#^llet-ch04-s10-p010</a:t>
            </a:r>
          </a:p>
          <a:p xmlns:a="http://schemas.openxmlformats.org/drawingml/2006/main">
            <a:r>
              <a:t>10_书籍/企业精益转型的领导之道/01_章节/CH04-S10 一周改善活动的动力.md#^llet-ch04-s10-p004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工作练习：行动后的回看。现在暂停音频，完成学习单的最后一部分。针对上一讲的方案，写明需要哪些岗位参与，是否需要指导，以及行动前要保留哪些记录。约定一个回看日期，比较同一口径的指标，并记录还有什么问题没有解决。再写一条自己或团队学到的方法。以上是课程设计的简化检查表，用来把原书强调的实施、跟进和学习连接起来，不要求增加一套复杂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10_书籍/企业精益转型的领导之道/01_章节/CH04-S10 一周改善活动的动力.md#^llet-ch04-s10-p005</a:t>
            </a:r>
          </a:p>
          <a:p xmlns:a="http://schemas.openxmlformats.org/drawingml/2006/main">
            <a:r>
              <a:t>10_书籍/企业精益转型的领导之道/01_章节/CH04-S10 一周改善活动的动力.md#^llet-ch04-s10-p006</a:t>
            </a:r>
          </a:p>
          <a:p xmlns:a="http://schemas.openxmlformats.org/drawingml/2006/main">
            <a:r>
              <a:t>10_书籍/企业精益转型的领导之道/01_章节/CH04-S10 一周改善活动的动力.md#^llet-ch04-s10-p010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单元回顾与下一站。流程与改善单元可以沿一条路线回顾：先看实际现状和指标，再讨论未来状态，最后落实行动并回看结果。自测一下，改善活动结束，是否说明流程问题已经解决？还需要检查结果和未完成事项，并根据新现状继续研究。请保留这张工作学习单，写下你愿意推进的一项行动及回看日期。下一站是团队与人才，进一步学习怎样获得人员支持、选择成员和领导者，以及持续培养改善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10_书籍/企业精益转型的领导之道/01_章节/CH04-S11 本章总结.md#^llet-ch04-s11-p001</a:t>
            </a:r>
          </a:p>
          <a:p xmlns:a="http://schemas.openxmlformats.org/drawingml/2006/main">
            <a:r>
              <a:t>10_书籍/企业精益转型的领导之道/01_章节/CH04-S10 一周改善活动的动力.md#^llet-ch04-s10-p005</a:t>
            </a:r>
          </a:p>
          <a:p xmlns:a="http://schemas.openxmlformats.org/drawingml/2006/main">
            <a:r>
              <a:t>10_书籍/企业精益转型的领导之道/01_章节/CH04-S08 5 倍规则.md#^llet-ch04-s08-p002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087cc9ae743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d96c03b5ee4c82" /><Relationship Type="http://schemas.openxmlformats.org/officeDocument/2006/relationships/slideLayout" Target="/ppt/slideLayouts/slideLayout1.xml" Id="Rb193d7b97f2b4e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93d7b97f2b4e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92d344f144c0a" /><Relationship Type="http://schemas.openxmlformats.org/officeDocument/2006/relationships/notesSlide" Target="/ppt/notesSlides/notesSlide1.xml" Id="Ra1f790a687d846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d5ec3d20444c9" /><Relationship Type="http://schemas.openxmlformats.org/officeDocument/2006/relationships/notesSlide" Target="/ppt/notesSlides/notesSlide2.xml" Id="R12b1fca64dfe42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1754092234f0c" /><Relationship Type="http://schemas.openxmlformats.org/officeDocument/2006/relationships/notesSlide" Target="/ppt/notesSlides/notesSlide3.xml" Id="Rfc84a4ee34dc4f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8202ab8d7404a" /><Relationship Type="http://schemas.openxmlformats.org/officeDocument/2006/relationships/notesSlide" Target="/ppt/notesSlides/notesSlide4.xml" Id="R36979b3e10aa4b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307c9a2064647" /><Relationship Type="http://schemas.openxmlformats.org/officeDocument/2006/relationships/notesSlide" Target="/ppt/notesSlides/notesSlide5.xml" Id="R23f0ca13106746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d39f8bc064137" /><Relationship Type="http://schemas.openxmlformats.org/officeDocument/2006/relationships/notesSlide" Target="/ppt/notesSlides/notesSlide6.xml" Id="R499f7c126ff54e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E0998-EE9B-43A5-B258-F5EDB383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改善活动的作用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A8F4D-895E-468F-9B55-4B9FEAC0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围绕具体过程集中开展改进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004F5-5B5E-4716-B98A-FB70EA18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把分析、重新设计和实施接起来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BC9A8-88AD-4440-A22B-F754B118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活动之后仍需跟进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2FB4D-369B-498B-A5CB-FC172DC5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L13    1/6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614312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EADC6-926F-47B8-BC2D-0F6F7966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人员、指导与持续跟进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2D8D6-EF79-495C-9AC4-6705279B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参与者需要能够专注于活动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E54F3-A5A3-41BD-A046-C687A05F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有经验的指导者帮助现场学习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1CA01-0915-4E6A-B32F-31D54DA5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记录后续事项和检查安排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2AA8A-C54F-4C60-A169-218626F0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L13    2/6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899897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1D924-2B7A-4F55-B0E8-CE6FAEEC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原书案例：FNOK持续回到同一区域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BA39F-2C43-4525-8981-DDF8CA8C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首次改善后继续研究同一过程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47D08-C648-4195-B9FA-68C673A7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新的变化使后续问题更容易被看见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CC1CE-2FAC-4B30-8F60-1F7E0C97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重点是反复学习，而非套用增长比例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0CC8E-B139-4FF0-ACFE-3D1F0F7F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L13    3/6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6601003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76D5C-620B-46A9-8245-1929222A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五倍规则与活动的三类收获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8076A-6E4D-485F-BBAB-5DC8C983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“五倍”指反复研究过程的经验法则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02C49-03C5-4446-9BE5-612BC87C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运营结果之外，还要看学习与文化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6485E-EECC-4978-B0B8-1580CEA3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日常持续改善是长期方向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E6E04-A71B-4D23-8B65-0EFA93BA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L13    4/6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28300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F5134-94C5-46A5-9D30-A2A535AC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工作练习：行动后的回看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0D5D8-5458-4CFE-8E39-A22F92B3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写下参与者与需要的指导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EEA51-1E10-44CE-A4B8-7C1CEA28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保留行动前后的事实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C1E00-EAD3-4C3F-92D8-9617D78F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约定回看日期与下一步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2EE96-7FC9-4CA6-B9AC-85539F13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L13    5/6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8867228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3A7BD-6A69-4400-AF7B-E8769776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单元回顾与下一站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A65F7-2387-4AF4-806C-D754421D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路线：现状 → 未来状态 → 行动与回看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01F64-F85A-46D9-9BF0-1105D3D7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自测：活动结束等于流程问题解决吗？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4B034-08C9-42A3-AA34-5EF2245B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下一站：团队与人才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D2207-31B1-4DF0-A2D5-F002A88C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L13    6/6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2044030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2026-09-20T10:08:05.4130000Z</dcterms:created>
  <dcterms:modified xsi:type="dcterms:W3CDTF">2026-09-20T10:08:05.4130000Z</dcterms:modified>
</coreProperties>
</file>