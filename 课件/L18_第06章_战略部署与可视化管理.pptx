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d76755701454f" /><Relationship Type="http://schemas.openxmlformats.org/officeDocument/2006/relationships/extended-properties" Target="/docProps/app.xml" Id="Rdbafb8d933bd4266" /><Relationship Type="http://schemas.openxmlformats.org/officeDocument/2006/relationships/officeDocument" Target="/ppt/presentation.xml" Id="R1f1bad6c39b147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78899fae2469f"/>
  </p:sldMasterIdLst>
  <p:notesMasterIdLst>
    <p:notesMasterId xmlns:r="http://schemas.openxmlformats.org/officeDocument/2006/relationships" r:id="Rb8513367ee4a4fe1"/>
  </p:notesMasterIdLst>
  <p:sldIdLst>
    <p:sldId xmlns:r="http://schemas.openxmlformats.org/officeDocument/2006/relationships" id="256" r:id="R19c81d3ea65c4ce9"/>
    <p:sldId xmlns:r="http://schemas.openxmlformats.org/officeDocument/2006/relationships" id="257" r:id="R042e4c094adf45dc"/>
    <p:sldId xmlns:r="http://schemas.openxmlformats.org/officeDocument/2006/relationships" id="258" r:id="R2a792979ddd24698"/>
    <p:sldId xmlns:r="http://schemas.openxmlformats.org/officeDocument/2006/relationships" id="259" r:id="R6f2999f09b3247d4"/>
    <p:sldId xmlns:r="http://schemas.openxmlformats.org/officeDocument/2006/relationships" id="260" r:id="R42ff839918fa45e2"/>
    <p:sldId xmlns:r="http://schemas.openxmlformats.org/officeDocument/2006/relationships" id="261" r:id="Rce2b5aaed26b47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b8d84d9a19491f" /><Relationship Type="http://schemas.openxmlformats.org/officeDocument/2006/relationships/slideMaster" Target="/ppt/slideMasters/slideMaster1.xml" Id="R0eb78899fae2469f" /><Relationship Type="http://schemas.openxmlformats.org/officeDocument/2006/relationships/notesMaster" Target="/ppt/notesMasters/notesMaster1.xml" Id="Rb8513367ee4a4fe1" /><Relationship Type="http://schemas.openxmlformats.org/officeDocument/2006/relationships/presProps" Target="/ppt/presProps.xml" Id="Rc39a148428294881" /><Relationship Type="http://schemas.openxmlformats.org/officeDocument/2006/relationships/tableStyles" Target="/ppt/tableStyles.xml" Id="R33ff594d39c14839" /><Relationship Type="http://schemas.openxmlformats.org/officeDocument/2006/relationships/slide" Target="/ppt/slides/slide1.xml" Id="R19c81d3ea65c4ce9" /><Relationship Type="http://schemas.openxmlformats.org/officeDocument/2006/relationships/slide" Target="/ppt/slides/slide2.xml" Id="R042e4c094adf45dc" /><Relationship Type="http://schemas.openxmlformats.org/officeDocument/2006/relationships/slide" Target="/ppt/slides/slide3.xml" Id="R2a792979ddd24698" /><Relationship Type="http://schemas.openxmlformats.org/officeDocument/2006/relationships/slide" Target="/ppt/slides/slide4.xml" Id="R6f2999f09b3247d4" /><Relationship Type="http://schemas.openxmlformats.org/officeDocument/2006/relationships/slide" Target="/ppt/slides/slide5.xml" Id="R42ff839918fa45e2" /><Relationship Type="http://schemas.openxmlformats.org/officeDocument/2006/relationships/slide" Target="/ppt/slides/slide6.xml" Id="Rce2b5aaed26b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69e54fc68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0ade949c314c5d" /><Relationship Type="http://schemas.openxmlformats.org/officeDocument/2006/relationships/notesMaster" Target="/ppt/notesMasters/notesMaster1.xml" Id="R2861d0af8ddc4b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a8102c0054eed" /><Relationship Type="http://schemas.openxmlformats.org/officeDocument/2006/relationships/notesMaster" Target="/ppt/notesMasters/notesMaster1.xml" Id="R762e1580d74445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2debe0bf82469b" /><Relationship Type="http://schemas.openxmlformats.org/officeDocument/2006/relationships/notesMaster" Target="/ppt/notesMasters/notesMaster1.xml" Id="Rf09eff0cb0f242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715320f7424bbf" /><Relationship Type="http://schemas.openxmlformats.org/officeDocument/2006/relationships/notesMaster" Target="/ppt/notesMasters/notesMaster1.xml" Id="R8f3ee6a4baef45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c7c690108a4f8f" /><Relationship Type="http://schemas.openxmlformats.org/officeDocument/2006/relationships/notesMaster" Target="/ppt/notesMasters/notesMaster1.xml" Id="R477a1d003a744e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f7a8a56a274428" /><Relationship Type="http://schemas.openxmlformats.org/officeDocument/2006/relationships/notesMaster" Target="/ppt/notesMasters/notesMaster1.xml" Id="R6694dd600e0c4e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战略部署的连接关系。作者介绍战略部署时，强调把组织方向、真北指标、改善途径和每月复查机制连起来。它不只是把年度数字分到各部门，还要说明哪些过程改变能够帮助实现目标。学习时可以沿一条简明路线思考：组织要解决什么问题，用哪些指标判断，准备改哪个价值流，行动后怎样回顾。这条路线是课程对原书正文的教学整理，帮助初学者理解各部分之间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10_书籍/企业精益转型的领导之道/01_章节/CH06-S06 战略部署.md#^llet-ch06-s06-p001</a:t>
            </a:r>
          </a:p>
          <a:p xmlns:a="http://schemas.openxmlformats.org/drawingml/2006/main">
            <a:r>
              <a:t>10_书籍/企业精益转型的领导之道/01_章节/CH06-S06 战略部署.md#^llet-ch06-s06-p003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目标需要具体的价值流行动。原书提出，改善目标需要逐层落实，在创造价值的层面形成工作计划。典型问题包括，要进行什么价值流改进，需要哪些活动，活动聚焦什么，以及谁支持这些活动。学员练习先从一项目标和一项行动开始，避免为了填表列出很多没有联系的任务。行动安排是否足够，还需要结合现状、资源和实施结果判断，不能仅凭活动数量证明目标能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10_书籍/企业精益转型的领导之道/01_章节/CH06-S06 战略部署.md#^llet-ch06-s06-p003</a:t>
            </a:r>
          </a:p>
          <a:p xmlns:a="http://schemas.openxmlformats.org/drawingml/2006/main">
            <a:r>
              <a:t>10_书籍/企业精益转型的领导之道/01_章节/CH06-S06 战略部署.md#^llet-ch06-s06-p004-list</a:t>
            </a:r>
          </a:p>
          <a:p xmlns:a="http://schemas.openxmlformats.org/drawingml/2006/main">
            <a:r>
              <a:t>10_书籍/企业精益转型的领导之道/01_章节/CH06-S06 战略部署.md#^llet-ch06-s06-p007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月度回顾关注原因与下一步。原书的月度回顾先简要查看目标是否达到，再讨论上个月实施了哪些重点改善，学到了什么。如果目标没有完成，团队需要提出补救行动，并检查下个月的计划是否足够。管理者的作用包括帮助识别整改步骤和协调支持。本课保留这种回顾顺序，不把书中的会议时长或时间比例规定为统一标准。回顾的结果应让参与者知道下一步做什么，而不只是重复报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10_书籍/企业精益转型的领导之道/01_章节/CH06-S06 战略部署.md#^llet-ch06-s06-p006</a:t>
            </a:r>
          </a:p>
          <a:p xmlns:a="http://schemas.openxmlformats.org/drawingml/2006/main">
            <a:r>
              <a:t>10_书籍/企业精益转型的领导之道/01_章节/CH06-S06 战略部署.md#^llet-ch06-s06-p007</a:t>
            </a:r>
          </a:p>
          <a:p xmlns:a="http://schemas.openxmlformats.org/drawingml/2006/main"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原书实例：Watlow任务控制室入口。第六章介绍转型工作控制室时，指向附录C的Watlow任务控制室案例。正文建议把转型分析、领导者发展计划、战略部署计划、重点价值流计划和真北指标直观展示在共同空间。本讲只采用第六章对控制室用途和资料组成的介绍，附录C作为进一步选读，不据此编造案例成效。学员可以先理解，共同可见的资料是为了帮助团队讨论行动与进展，漂亮的展示本身不能证明改善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10_书籍/企业精益转型的领导之道/01_章节/CH06-S03 指导联盟.md#^llet-ch06-s03-p011</a:t>
            </a:r>
          </a:p>
          <a:p xmlns:a="http://schemas.openxmlformats.org/drawingml/2006/main"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一页推进与回顾记录。请继续使用同一张学习单。写下一项目标、一项可以观察的指标和一项价值流行动，注明负责人、支持需求和回顾日期。行动发生后，再补实际结果、对原因的认识和下一步。把事实与猜测分开，没有记录的地方留空并标明待观察。这张一页记录是整理者设计的简化练习，用来体验目标与行动之间的联系，不替代所在组织正式的战略决策或完整年度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10_书籍/企业精益转型的领导之道/01_章节/CH06-S06 战略部署.md#^llet-ch06-s06-p003</a:t>
            </a:r>
          </a:p>
          <a:p xmlns:a="http://schemas.openxmlformats.org/drawingml/2006/main">
            <a:r>
              <a:t>10_书籍/企业精益转型的领导之道/01_章节/CH06-S06 战略部署.md#^llet-ch06-s06-p004-list</a:t>
            </a:r>
          </a:p>
          <a:p xmlns:a="http://schemas.openxmlformats.org/drawingml/2006/main"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小结：用回顾支持目标实现。本讲的三个要点是，把目标连接到具体行动，让相关计划和结果共同可见，通过回顾学习原因并调整工作。自测一下，发现指标没有达到后，除了再次报出差距，还应讨论什么？可以回顾实施了哪些行动，哪些条件没有满足，需要什么补救，以及下一步由谁支持。请与参与者约定一次简短回顾。下一讲讨论为什么转型过程会反复，以及如何面对疑问和保持后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10_书籍/企业精益转型的领导之道/01_章节/CH06-S03 指导联盟.md#^llet-ch06-s03-p011</a:t>
            </a:r>
          </a:p>
          <a:p xmlns:a="http://schemas.openxmlformats.org/drawingml/2006/main">
            <a:r>
              <a:t>10_书籍/企业精益转型的领导之道/01_章节/CH06-S06 战略部署.md#^llet-ch06-s06-p007</a:t>
            </a:r>
          </a:p>
          <a:p xmlns:a="http://schemas.openxmlformats.org/drawingml/2006/main"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54ddc4b3c43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724370e7674421" /><Relationship Type="http://schemas.openxmlformats.org/officeDocument/2006/relationships/slideLayout" Target="/ppt/slideLayouts/slideLayout1.xml" Id="R6eab446a681041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b446a681041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670e8412f479a" /><Relationship Type="http://schemas.openxmlformats.org/officeDocument/2006/relationships/notesSlide" Target="/ppt/notesSlides/notesSlide1.xml" Id="R9c12e477c30a43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5187c231f45d5" /><Relationship Type="http://schemas.openxmlformats.org/officeDocument/2006/relationships/notesSlide" Target="/ppt/notesSlides/notesSlide2.xml" Id="Rb4b7c6c034674c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ebc5fe96248eb" /><Relationship Type="http://schemas.openxmlformats.org/officeDocument/2006/relationships/notesSlide" Target="/ppt/notesSlides/notesSlide3.xml" Id="R8c7ba9cbb3484f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8dcf781c54c21" /><Relationship Type="http://schemas.openxmlformats.org/officeDocument/2006/relationships/notesSlide" Target="/ppt/notesSlides/notesSlide4.xml" Id="R45bc1b96366f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190d574e14179" /><Relationship Type="http://schemas.openxmlformats.org/officeDocument/2006/relationships/notesSlide" Target="/ppt/notesSlides/notesSlide5.xml" Id="R307a050b6b9f49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b889d2ba74d03" /><Relationship Type="http://schemas.openxmlformats.org/officeDocument/2006/relationships/notesSlide" Target="/ppt/notesSlides/notesSlide6.xml" Id="R74cf73399505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98E0B-7C80-460B-84EE-E134A3B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战略部署的连接关系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46168-F09A-4F93-A531-82483DE2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组织方向 → 真北目标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A9608-E0F6-42FB-8B0A-4CA22B67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价值流改进 → 具体行动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A59FD-4C28-4253-B7F8-6E2031D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每月回顾 → 调整后续计划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1A133-437D-4326-A2DF-E13F1A0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1/6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354668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E4F52-656E-465B-B38E-09DEFB61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目标需要具体的价值流行动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7C665-3D1E-411D-8D50-2A61DF9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为年度目标选择价值流改进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CDB57-25AD-4E81-B3AD-EEB87F1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明确活动重点与支持人员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1A32E-8ACD-4D1F-87DB-55012B7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检查行动是否足以支持目标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879E2-6E6A-4FA9-B90C-50BE767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2/6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503795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2BFD4-C8D2-4290-9BA6-B3C6610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月度回顾关注原因与下一步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5C072-8E31-4CDD-B8A0-57880ABB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先看目标与实际结果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7786A-B3A6-4E8E-BDAE-9B96D7BE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讨论行动、原因和学习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865A7-B7CE-49CE-BE29-AD86244F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安排补救及下个月的工作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2F9D1-68E2-4A6D-A75C-190A08C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3/6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761063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E3BD-0614-4578-9A55-C34E625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原书实例：Watlow任务控制室入口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475A5-9AEE-40B8-A566-310560A3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指导联盟有日常会面与回顾地点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A20DF-6FF6-47EC-96CF-7DBA0060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计划、学习安排和指标共同展示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F6ECF-440B-4A0A-9C5F-6AF9D18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详细案例可从附录C继续阅读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7F81E-B2BA-4B9A-B7CE-E2CF9798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4/6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314712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97E43-21AE-48A9-B4D5-6FD68B95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工作练习：一页推进与回顾记录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CE02A-15AF-46F6-8618-BEB3D86B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一项目标、一个指标、一项行动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59582-A1F5-4C53-B5DE-49EE1034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负责人、支持需求与回顾日期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1F5D0-0575-4767-8173-9E07CED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实际结果、原因和下一步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33B5A-7C13-48AF-8943-333B3C4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5/6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394788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D22A6-BB9C-4D39-B9B9-2593BD09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小结：用回顾支持目标实现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6AA54-9316-4D19-AC94-1551AE1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要点：目标连行动、资料共同可见、回顾原因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5FE16-3C04-4D0A-BFA8-1CAF612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自测：指标未达成时还应讨论什么？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7600D-2B95-466A-8C8F-359DACED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行动：约定一次简短回顾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533E5-8842-4744-AB32-A22A71EB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6/6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10913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2026-09-20T10:30:10.5530000Z</dcterms:created>
  <dcterms:modified xsi:type="dcterms:W3CDTF">2026-09-20T10:30:10.5540000Z</dcterms:modified>
</coreProperties>
</file>