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be59b80fc649c6" /><Relationship Type="http://schemas.openxmlformats.org/officeDocument/2006/relationships/extended-properties" Target="/docProps/app.xml" Id="R5af31d09aadf4243" /><Relationship Type="http://schemas.openxmlformats.org/officeDocument/2006/relationships/officeDocument" Target="/ppt/presentation.xml" Id="R3315c6c0986f44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1ae23644a747b7"/>
  </p:sldMasterIdLst>
  <p:notesMasterIdLst>
    <p:notesMasterId xmlns:r="http://schemas.openxmlformats.org/officeDocument/2006/relationships" r:id="R29b0513346e24ff1"/>
  </p:notesMasterIdLst>
  <p:sldIdLst>
    <p:sldId xmlns:r="http://schemas.openxmlformats.org/officeDocument/2006/relationships" id="256" r:id="R6c8a14931f864a53"/>
    <p:sldId xmlns:r="http://schemas.openxmlformats.org/officeDocument/2006/relationships" id="257" r:id="R303b08d2a7334803"/>
    <p:sldId xmlns:r="http://schemas.openxmlformats.org/officeDocument/2006/relationships" id="258" r:id="R2c307b5936de4baa"/>
    <p:sldId xmlns:r="http://schemas.openxmlformats.org/officeDocument/2006/relationships" id="259" r:id="Rb35500aa505b4f16"/>
    <p:sldId xmlns:r="http://schemas.openxmlformats.org/officeDocument/2006/relationships" id="260" r:id="Rc48a1142003b4dc5"/>
    <p:sldId xmlns:r="http://schemas.openxmlformats.org/officeDocument/2006/relationships" id="261" r:id="R67ad52aa92f748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c724a91bdf432e" /><Relationship Type="http://schemas.openxmlformats.org/officeDocument/2006/relationships/slideMaster" Target="/ppt/slideMasters/slideMaster1.xml" Id="Rc51ae23644a747b7" /><Relationship Type="http://schemas.openxmlformats.org/officeDocument/2006/relationships/notesMaster" Target="/ppt/notesMasters/notesMaster1.xml" Id="R29b0513346e24ff1" /><Relationship Type="http://schemas.openxmlformats.org/officeDocument/2006/relationships/presProps" Target="/ppt/presProps.xml" Id="R88247484f3fd440f" /><Relationship Type="http://schemas.openxmlformats.org/officeDocument/2006/relationships/tableStyles" Target="/ppt/tableStyles.xml" Id="R868ab4f98c3f46e1" /><Relationship Type="http://schemas.openxmlformats.org/officeDocument/2006/relationships/slide" Target="/ppt/slides/slide1.xml" Id="R6c8a14931f864a53" /><Relationship Type="http://schemas.openxmlformats.org/officeDocument/2006/relationships/slide" Target="/ppt/slides/slide2.xml" Id="R303b08d2a7334803" /><Relationship Type="http://schemas.openxmlformats.org/officeDocument/2006/relationships/slide" Target="/ppt/slides/slide3.xml" Id="R2c307b5936de4baa" /><Relationship Type="http://schemas.openxmlformats.org/officeDocument/2006/relationships/slide" Target="/ppt/slides/slide4.xml" Id="Rb35500aa505b4f16" /><Relationship Type="http://schemas.openxmlformats.org/officeDocument/2006/relationships/slide" Target="/ppt/slides/slide5.xml" Id="Rc48a1142003b4dc5" /><Relationship Type="http://schemas.openxmlformats.org/officeDocument/2006/relationships/slide" Target="/ppt/slides/slide6.xml" Id="R67ad52aa92f748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25eac526f4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d26f0373454728" /><Relationship Type="http://schemas.openxmlformats.org/officeDocument/2006/relationships/notesMaster" Target="/ppt/notesMasters/notesMaster1.xml" Id="R18692a17bfdb48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4d9cbbce394748" /><Relationship Type="http://schemas.openxmlformats.org/officeDocument/2006/relationships/notesMaster" Target="/ppt/notesMasters/notesMaster1.xml" Id="R3fe591ecb0fc42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de479fa38c4781" /><Relationship Type="http://schemas.openxmlformats.org/officeDocument/2006/relationships/notesMaster" Target="/ppt/notesMasters/notesMaster1.xml" Id="Rb802841436b94c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e39ca641484495" /><Relationship Type="http://schemas.openxmlformats.org/officeDocument/2006/relationships/notesMaster" Target="/ppt/notesMasters/notesMaster1.xml" Id="Ra975f6458ecb46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d9263eb1b64df5" /><Relationship Type="http://schemas.openxmlformats.org/officeDocument/2006/relationships/notesMaster" Target="/ppt/notesMasters/notesMaster1.xml" Id="Rfcb8b61eb4e3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ac2fea49e24322" /><Relationship Type="http://schemas.openxmlformats.org/officeDocument/2006/relationships/notesMaster" Target="/ppt/notesMasters/notesMaster1.xml" Id="Re4ae58d17c2e4e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课程目标与学习成果。欢迎学习企业精益转型的领导之道。本课程把全书整理成六个学习单元，加上导学和最后回顾，共二十四讲。请先选一个自己熟悉的工作问题，例如资料交接常常需要补充。随着课程推进，你会逐步说明问题、观察过程、思考指标，并写出需要谁支持的行动草案。这是整理者设计的学习路线。作者在第一章提醒，领导实践来自不断试验，学习需要长期积累。完成课程是实践的起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00_项目规划/精益课程简化实施/课程学习地图.md</a:t>
            </a:r>
          </a:p>
          <a:p xmlns:a="http://schemas.openxmlformats.org/drawingml/2006/main">
            <a:r>
              <a:t>10_书籍/企业精益转型的领导之道/01_章节/CH01-S05 本章总结.md#^llet-ch01-s05-p001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六单元学习地图。六个单元共同回答一项改善需要考虑的问题。理解精益帮助认识价值与浪费，目标与度量帮助判断效果，流程与改善帮助观察工作怎样流动。团队与人才讨论谁参与以及怎样培养，战略与推进讨论方向和支持安排，领导与文化讨论日常行为怎样持续。六单元名称和相互关系是课程导航的教学整理，不能当作原书另立的管理模型。第一次建议按顺序学习，复习时可以按工作问题返回对应单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原书案例：HON的持续学习。第一章中，作者回忆在HON公司推动精益实践，外部老师定期指导团队运用工具，自己承担长期变化的管理工作。作者介绍了当时的改善目标，也明确不建议刚开始转型的公司照搬那样的节奏。学习这个案例时，可以关注工具学习、领导支持与持续实践的联系，不必复制案例的目标数字。这是作者的历史叙述，并不说明这些企业今天的状况，也不能保证其他团队取得相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10_书籍/企业精益转型的领导之道/01_章节/CH01-S04 HON公司.md#^llet-ch01-s04-p001</a:t>
            </a:r>
          </a:p>
          <a:p xmlns:a="http://schemas.openxmlformats.org/drawingml/2006/main">
            <a:r>
              <a:t>10_书籍/企业精益转型的领导之道/01_章节/CH01-S04 HON公司.md#^llet-ch01-s04-p003</a:t>
            </a:r>
          </a:p>
          <a:p xmlns:a="http://schemas.openxmlformats.org/drawingml/2006/main">
            <a:r>
              <a:t>10_书籍/企业精益转型的领导之道/01_章节/CH01-S05 本章总结.md#^llet-ch01-s05-p002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学习入口与知识入口。课程首页提供六个单元的入口。进入一讲后，打开PPT并播放配套音频，听到页码提示时翻页，遇到练习可以暂停。第三章沿用已有课程媒体，请按该单元说明使用。遇到陌生概念，可以从单元页面进入知识卡，再查看原文。图谱用于了解关联，文件卡片可右键选择在新标签页中打开。学习路线解决先学什么，知识入口帮助查询概念与来源。请先练习找到一讲和它的原文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我的起点。请打开导学与回顾工作学习单，写下最近发生的一次具体问题。以资料交接为例，可以写接收者发现资料缺项，需要返回询问。这个例子是整理者设计的情境，没有预设原因，也没有虚构改善效果。请填写发生在哪个过程、谁受到影响、现在有哪些事实，再写出你希望通过课程学会什么。暂时不知道的地方标明待观察即可。后续单元尽量沿用同一个问题，减少重复填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00_项目规划/精益课程简化实施/课程学习地图.md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导学小结与第一站。导学到这里结束。你已经知道课程的六个单元，也知道从课程入口查找PPT、音频、知识卡和原文。开始第一讲前，请检查自己能否完成两件事：说清一个工作问题，以及找到理解精益单元的第一讲。学习时不必一次记住所有工具名称，把与自己工作有关的概念写到学习单上，再用原文核对含义。现在返回课程首页，进入理解精益，从第一讲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00_项目规划/精益课程简化实施/课程学习地图.md</a:t>
            </a:r>
          </a:p>
          <a:p xmlns:a="http://schemas.openxmlformats.org/drawingml/2006/main">
            <a:r>
              <a:t>10_书籍/企业精益转型的领导之道/01_章节/CH01-S05 本章总结.md#^llet-ch01-s05-p001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2e6590b694a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e77122614b4baf" /><Relationship Type="http://schemas.openxmlformats.org/officeDocument/2006/relationships/slideLayout" Target="/ppt/slideLayouts/slideLayout1.xml" Id="R3ca31eaac5d84f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a31eaac5d84f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6d5235e624a91" /><Relationship Type="http://schemas.openxmlformats.org/officeDocument/2006/relationships/notesSlide" Target="/ppt/notesSlides/notesSlide1.xml" Id="R19f7d44c3bc349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cfd5189ea431c" /><Relationship Type="http://schemas.openxmlformats.org/officeDocument/2006/relationships/notesSlide" Target="/ppt/notesSlides/notesSlide2.xml" Id="Rb93cb83f372645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f7001582a4020" /><Relationship Type="http://schemas.openxmlformats.org/officeDocument/2006/relationships/notesSlide" Target="/ppt/notesSlides/notesSlide3.xml" Id="R6220d4b395914e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0a8acd7a84112" /><Relationship Type="http://schemas.openxmlformats.org/officeDocument/2006/relationships/notesSlide" Target="/ppt/notesSlides/notesSlide4.xml" Id="Ra64da383b20d4f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5e900a7a7455f" /><Relationship Type="http://schemas.openxmlformats.org/officeDocument/2006/relationships/notesSlide" Target="/ppt/notesSlides/notesSlide5.xml" Id="R18656e540bba49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39a2e82494661" /><Relationship Type="http://schemas.openxmlformats.org/officeDocument/2006/relationships/notesSlide" Target="/ppt/notesSlides/notesSlide6.xml" Id="R429afc18de8640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F46EF-A95A-4A55-AB4C-10DC027D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课程目标与学习成果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E0A74-821D-4B4E-B2F4-64640DCA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理解全书的主要实践主题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3DA49-8198-46B5-8E10-0FAAB6C0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带着自己的问题学习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D439D-7B1B-49A3-A75D-887CC82A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最终形成一份改善行动草案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14CC0-5CA5-4F36-8135-1BB16E30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1/6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33146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AD43F-6857-416A-B5A2-6E4D3F53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六单元学习地图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CEEABA-C8E4-48D0-A262-BA5D7053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理解精益，目标与度量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84A33-EB2B-459C-9A7A-7CAC43E7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流程与改善，团队与人才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1F350-48AE-4E15-A441-A2BA25FC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战略与推进，领导与文化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085E9-1D76-498C-B57F-FC110F59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2/6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3253443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8F23F-7453-4C66-B119-914E60C0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原书案例：HON的持续学习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7A199-13F4-42B6-9DD7-EA69390F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老师指导团队运用工具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0610D-5D3B-4276-AB4D-7441FBFF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领导者管理长期变化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6FD3F-5F87-4608-AA26-0AE713F8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目标节奏需要结合自身条件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24981-B6B9-4665-BCDF-E22F94EC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3/6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252941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541B6-8CF0-48AD-8A89-AA19A4D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学习入口与知识入口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76567-51A7-4E95-9FA5-E151F1F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课程首页选择单元和讲次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A65AB-E9F4-444D-B220-15349336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每讲入口打开PPT、音频和学习单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8699C-CF9B-4B03-8584-96C8B496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需要查证时进入知识卡和原文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BD487-1A02-433F-BAD3-ADCF86AA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4/6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41736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4C9D0-5C2F-4796-A98A-8F87EB0B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工作练习：我的起点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1D774-233E-47B3-B694-71873CEA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最近一次具体问题是什么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A6FA4-E410-4AF1-9512-368FF113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谁受到影响，有哪些已知事实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60477-97BE-4050-8F3B-1E1EB26A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我最想学会什么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EEC2E9-0523-4C06-A671-60987F56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5/6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4495967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B4BD2-680C-4010-AE3B-8F253AF5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导学小结与第一站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CEBC2-F10E-4ADD-83FA-F6F3FE64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先选问题，再按单元学习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E526B-D408-4525-9D6F-63F2637E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保留学习单，随学习补充事实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36EB5-C586-453C-9F0D-10612E4C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第一站：理解精益 L01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2F323-739D-45F3-94D8-5ECC6BEB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导学与回顾 · L00    6/6    全课程学习</a:t>
            </a:r>
          </a:p>
        </p:txBody>
      </p:sp>
    </p:spTree>
    <p:extLst>
      <p:ext uri="{BB962C8B-B14F-4D97-AF65-F5344CB8AC3E}">
        <p14:creationId xmlns:p14="http://schemas.microsoft.com/office/powerpoint/2010/main" val="1181409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2026-09-20T11:45:57.1680000Z</dcterms:created>
  <dcterms:modified xsi:type="dcterms:W3CDTF">2026-09-20T11:45:57.1680000Z</dcterms:modified>
</coreProperties>
</file>