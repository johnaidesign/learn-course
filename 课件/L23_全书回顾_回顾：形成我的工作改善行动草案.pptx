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aab1d06ff4e4b" /><Relationship Type="http://schemas.openxmlformats.org/officeDocument/2006/relationships/extended-properties" Target="/docProps/app.xml" Id="R7bda2444b903499e" /><Relationship Type="http://schemas.openxmlformats.org/officeDocument/2006/relationships/officeDocument" Target="/ppt/presentation.xml" Id="R925aa154b10f45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5ebe86d88483e"/>
  </p:sldMasterIdLst>
  <p:notesMasterIdLst>
    <p:notesMasterId xmlns:r="http://schemas.openxmlformats.org/officeDocument/2006/relationships" r:id="R17e3c20ca39f4647"/>
  </p:notesMasterIdLst>
  <p:sldIdLst>
    <p:sldId xmlns:r="http://schemas.openxmlformats.org/officeDocument/2006/relationships" id="256" r:id="Rf3ca56eb29c045c2"/>
    <p:sldId xmlns:r="http://schemas.openxmlformats.org/officeDocument/2006/relationships" id="257" r:id="R1fa7efb6a0f84ed8"/>
    <p:sldId xmlns:r="http://schemas.openxmlformats.org/officeDocument/2006/relationships" id="258" r:id="R5dedb28300ca45cb"/>
    <p:sldId xmlns:r="http://schemas.openxmlformats.org/officeDocument/2006/relationships" id="259" r:id="R6646c8c5ed944dd6"/>
    <p:sldId xmlns:r="http://schemas.openxmlformats.org/officeDocument/2006/relationships" id="260" r:id="Rcbe5f917033e4cff"/>
    <p:sldId xmlns:r="http://schemas.openxmlformats.org/officeDocument/2006/relationships" id="261" r:id="R00d0d6adc13444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c34fee5e9e40d6" /><Relationship Type="http://schemas.openxmlformats.org/officeDocument/2006/relationships/slideMaster" Target="/ppt/slideMasters/slideMaster1.xml" Id="Ra705ebe86d88483e" /><Relationship Type="http://schemas.openxmlformats.org/officeDocument/2006/relationships/notesMaster" Target="/ppt/notesMasters/notesMaster1.xml" Id="R17e3c20ca39f4647" /><Relationship Type="http://schemas.openxmlformats.org/officeDocument/2006/relationships/presProps" Target="/ppt/presProps.xml" Id="R7137b6b1b9f24362" /><Relationship Type="http://schemas.openxmlformats.org/officeDocument/2006/relationships/tableStyles" Target="/ppt/tableStyles.xml" Id="R6a85efd4b4f541ec" /><Relationship Type="http://schemas.openxmlformats.org/officeDocument/2006/relationships/slide" Target="/ppt/slides/slide1.xml" Id="Rf3ca56eb29c045c2" /><Relationship Type="http://schemas.openxmlformats.org/officeDocument/2006/relationships/slide" Target="/ppt/slides/slide2.xml" Id="R1fa7efb6a0f84ed8" /><Relationship Type="http://schemas.openxmlformats.org/officeDocument/2006/relationships/slide" Target="/ppt/slides/slide3.xml" Id="R5dedb28300ca45cb" /><Relationship Type="http://schemas.openxmlformats.org/officeDocument/2006/relationships/slide" Target="/ppt/slides/slide4.xml" Id="R6646c8c5ed944dd6" /><Relationship Type="http://schemas.openxmlformats.org/officeDocument/2006/relationships/slide" Target="/ppt/slides/slide5.xml" Id="Rcbe5f917033e4cff" /><Relationship Type="http://schemas.openxmlformats.org/officeDocument/2006/relationships/slide" Target="/ppt/slides/slide6.xml" Id="R00d0d6adc13444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aae541c2694d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2480b627b44cd" /><Relationship Type="http://schemas.openxmlformats.org/officeDocument/2006/relationships/notesMaster" Target="/ppt/notesMasters/notesMaster1.xml" Id="Rc1aeeca2ff2742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a5b54806544be3" /><Relationship Type="http://schemas.openxmlformats.org/officeDocument/2006/relationships/notesMaster" Target="/ppt/notesMasters/notesMaster1.xml" Id="Ra897f498e44a43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0fec385d904ee7" /><Relationship Type="http://schemas.openxmlformats.org/officeDocument/2006/relationships/notesMaster" Target="/ppt/notesMasters/notesMaster1.xml" Id="Re5e68d63b3cc4f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a9042537574cb2" /><Relationship Type="http://schemas.openxmlformats.org/officeDocument/2006/relationships/notesMaster" Target="/ppt/notesMasters/notesMaster1.xml" Id="Ra3153a3bfc4e47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eac6f25d6e4c42" /><Relationship Type="http://schemas.openxmlformats.org/officeDocument/2006/relationships/notesMaster" Target="/ppt/notesMasters/notesMaster1.xml" Id="Rc39c7e5629054e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05326848ae4b2c" /><Relationship Type="http://schemas.openxmlformats.org/officeDocument/2006/relationships/notesMaster" Target="/ppt/notesMasters/notesMaster1.xml" Id="R1504df0d330b47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全课程回顾。现在回到导学时选定的工作问题。把各单元学习单放在一起，检查自己对问题的理解发生了什么变化。理解精益帮助说明客户需要和浪费，度量帮助说明怎样判断变化，流程帮助找到需要观察的位置。人员、推进和文化三个单元，则提醒我们考虑参与者、支持安排和持续行为。本讲将这些记录整理成一页行动草案，这是课程设计的学习成果，不代表整个企业已经完成精益转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  <a:p xmlns:a="http://schemas.openxmlformats.org/drawingml/2006/main">
            <a:r>
              <a:t>10_书籍/企业精益转型的领导之道/01_章节/CH01-S05 本章总结.md#^llet-ch01-s05-p001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概念在工作中的对应位置。请按六个单元逐项回看。问题影响了谁，可以用什么事实说明？准备用什么指标观察变化，起点和口径是否清楚？实际过程怎样发生，哪些参与者能帮助了解情况？接下来需要谁支持，又何时回看？这些问题是本课程的综合练习。暂时缺少资料的项目可以写待核实，并安排下一步观察，不要为了填满表格猜测原因或结果。如果概念记不清，返回对应单元和原文入口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回顾：Watlow的行为改变。第七章的Watlow案例把期望的文化联系到员工习惯与行为。作者介绍了传达发展方向、与成员一起认识并缩小差距，以及通过选拔支持方向一致的安排。用它回顾全课程，可以看到方向需要落实到人的日常做法。这里仅回顾第七章的叙述，不把其他章节的Watlow事件拼成一次完整实验。对于自己的问题，可以问：除了写目标，还需要哪些具体行为和学习支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10_书籍/企业精益转型的领导之道/01_章节/CH07-S14 挑战你的团队来扩展知识.md#^llet-ch07-s14-p003</a:t>
            </a:r>
          </a:p>
          <a:p xmlns:a="http://schemas.openxmlformats.org/drawingml/2006/main">
            <a:r>
              <a:t>10_书籍/企业精益转型的领导之道/01_章节/CH07-S14 挑战你的团队来扩展知识.md#^llet-ch07-s14-p004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练习示例：资料交接缺项。这是整理者设计的示例。接收者反映资料缺项，当前只知道需要再次询问，尚不清楚缺项怎样发生。可以先邀请实际参与者共同观察一次交接，记录需要哪些资料、实际收到了什么、在哪个环节开始等待。再讨论原因、准备验证的行动及所需支持。示例没有设定减少多少等待时间，也没有写已经取得效果。你的草案同样应把已发生的事实、待验证的判断和计划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我的一页行动草案。请暂停音频，完成工作学习单的回顾部分。先概括一个问题和已知事实，说明准备观察的指标及其口径。再选择一个适合当前条件的行动，写明负责人、需要的支持和回看日期。涉及其他岗位时，先与相关人员讨论。结果栏暂时留空，实施后再填写真实观察。还要记录参与者学会了什么、哪些原因仍然不清楚。这份草案用于启动学习与讨论，可以根据实际情况继续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课程小结与后续学习。最后请做一次简短自测：你能否用同事听得懂的话说明问题，找到支持自己理解的原文，并说清下一步做什么以及何时回看？如果可以，就邀请相关同事讨论行动草案。仍有疑问时，在课程首页按工作问题找到单元，再进入知识卡和原文。作者第一章强调长期学习，因此课程结束后还需要实践和指导。请保留原始记录和后续结果，用持续回顾了解自己学会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  <a:p xmlns:a="http://schemas.openxmlformats.org/drawingml/2006/main">
            <a:r>
              <a:t>10_书籍/企业精益转型的领导之道/01_章节/CH01-S05 本章总结.md#^llet-ch01-s05-p001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52601c84645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1a13719c554e67" /><Relationship Type="http://schemas.openxmlformats.org/officeDocument/2006/relationships/slideLayout" Target="/ppt/slideLayouts/slideLayout1.xml" Id="R0759a9a7fca14e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59a9a7fca14e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57e70a8d64798" /><Relationship Type="http://schemas.openxmlformats.org/officeDocument/2006/relationships/notesSlide" Target="/ppt/notesSlides/notesSlide1.xml" Id="Rbeb1bcd62df84f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0b7e1bfb6403c" /><Relationship Type="http://schemas.openxmlformats.org/officeDocument/2006/relationships/notesSlide" Target="/ppt/notesSlides/notesSlide2.xml" Id="R3dd89819f85a48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7d5e57a134d30" /><Relationship Type="http://schemas.openxmlformats.org/officeDocument/2006/relationships/notesSlide" Target="/ppt/notesSlides/notesSlide3.xml" Id="R865e3a8d543745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63fbb1f64f1b" /><Relationship Type="http://schemas.openxmlformats.org/officeDocument/2006/relationships/notesSlide" Target="/ppt/notesSlides/notesSlide4.xml" Id="R1be0c1d8cded45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e9103d5524b5f" /><Relationship Type="http://schemas.openxmlformats.org/officeDocument/2006/relationships/notesSlide" Target="/ppt/notesSlides/notesSlide5.xml" Id="Reee4a905c2d942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3b41db98a4885" /><Relationship Type="http://schemas.openxmlformats.org/officeDocument/2006/relationships/notesSlide" Target="/ppt/notesSlides/notesSlide6.xml" Id="Rc83942fe159c44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AE147-54C1-47D7-BF41-E1FCFE8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全课程回顾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A0B7F-416E-4B4B-BD4D-2FD2CB7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用六个单元重新看自己的问题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AB231-896F-47F8-A91B-4D275905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把概念联系到事实和行动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2A36E-4D93-40E0-B4CE-51A54E71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保留尚未弄清楚的问题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D096E-46CF-49A6-9B4F-C960C938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1/6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244679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A5162-4041-49A5-AFC9-DC786D7A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概念在工作中的对应位置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62659-935D-410C-AF4C-1ECF5D47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客户影响与观察指标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5BAF9-A273-4FA1-B28D-1D2DC0CD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实际过程与参与人员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C2B13-5A8D-41C9-90E6-9C894254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支持安排与持续回顾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CEF3B-5887-41DD-B790-C6CB1C40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2/6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990763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DD542-8C57-4CD0-A214-897255B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原书案例回顾：Watlow的行为改变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5C13D-EDBC-40E4-82D2-E1CE7FEF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说明期望的文化与方向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0A6AF-C6B1-4D02-B14C-9DBCDA0E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和成员一起认识实际差距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AF291-D1E9-4236-BA9C-2310BA02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通过培养与选拔支持方向一致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0E5DD-FE36-42AE-ADCE-0AB46036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3/6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2135981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AF424-C554-4F39-B2C1-4C8F59F1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练习示例：资料交接缺项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09FA0-51C8-4EDC-9930-AAEB1110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现状：接收者发现缺项，需要再询问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2B6EF-3B8F-4C9C-AC65-103C435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下一步：共同观察一次实际交接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51D71-5969-4ABE-B649-58980069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回看：记录事实，再讨论原因和行动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4A212-6019-4FA9-8907-E32D082F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4/6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789574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9F89E-8084-4BE1-A2B4-58419AC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我的一页行动草案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87555-FBDC-49AD-94A8-E1DF2064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问题、事实、指标和现状口径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3DBAA-5ABF-42EA-95D1-083EA5CF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下一步行动、负责人及需要的支持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7E595-423B-4E98-A8A2-62682611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回看日期、实际结果和后续学习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A3B57-D7CD-4CE6-B6FE-5330B3D1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5/6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67395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E1699-7231-4F94-BE0B-F6DB9D21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课程小结与后续学习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7C471-4D78-4230-A38E-2A525EA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能够说明问题并查找对应知识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13827-0CF0-4DF0-BC84-E696D9E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用事实回看行动与人的成长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DDDEE-ABB6-42CA-A164-797E2D83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按需要返回课程、知识卡和原文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206B1-C0D0-4FF0-8230-041CCBAF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6/6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890279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2026-09-20T11:45:57.1400000Z</dcterms:created>
  <dcterms:modified xsi:type="dcterms:W3CDTF">2026-09-20T11:45:57.1400000Z</dcterms:modified>
</coreProperties>
</file>