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987b55e5594c58" /><Relationship Type="http://schemas.openxmlformats.org/officeDocument/2006/relationships/extended-properties" Target="/docProps/app.xml" Id="R35ef4f8dac5f4e69" /><Relationship Type="http://schemas.openxmlformats.org/officeDocument/2006/relationships/officeDocument" Target="/ppt/presentation.xml" Id="Rf572701a767f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e6e2eff3104baa"/>
  </p:sldMasterIdLst>
  <p:notesMasterIdLst>
    <p:notesMasterId xmlns:r="http://schemas.openxmlformats.org/officeDocument/2006/relationships" r:id="R0292465b6af74aae"/>
  </p:notesMasterIdLst>
  <p:sldIdLst>
    <p:sldId xmlns:r="http://schemas.openxmlformats.org/officeDocument/2006/relationships" id="256" r:id="Rfa898f063a784f30"/>
    <p:sldId xmlns:r="http://schemas.openxmlformats.org/officeDocument/2006/relationships" id="257" r:id="Ra9b43ab54f6b4afa"/>
    <p:sldId xmlns:r="http://schemas.openxmlformats.org/officeDocument/2006/relationships" id="258" r:id="R7173b6a137ff4e16"/>
    <p:sldId xmlns:r="http://schemas.openxmlformats.org/officeDocument/2006/relationships" id="259" r:id="R00ea93674fe243c6"/>
    <p:sldId xmlns:r="http://schemas.openxmlformats.org/officeDocument/2006/relationships" id="260" r:id="R700c50bbc1dc4eec"/>
    <p:sldId xmlns:r="http://schemas.openxmlformats.org/officeDocument/2006/relationships" id="261" r:id="Ree40bc66fefd43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80107f2154995" /><Relationship Type="http://schemas.openxmlformats.org/officeDocument/2006/relationships/slideMaster" Target="/ppt/slideMasters/slideMaster1.xml" Id="R0fe6e2eff3104baa" /><Relationship Type="http://schemas.openxmlformats.org/officeDocument/2006/relationships/notesMaster" Target="/ppt/notesMasters/notesMaster1.xml" Id="R0292465b6af74aae" /><Relationship Type="http://schemas.openxmlformats.org/officeDocument/2006/relationships/presProps" Target="/ppt/presProps.xml" Id="R241f1a841c054e29" /><Relationship Type="http://schemas.openxmlformats.org/officeDocument/2006/relationships/tableStyles" Target="/ppt/tableStyles.xml" Id="Rdc3a0ba710904883" /><Relationship Type="http://schemas.openxmlformats.org/officeDocument/2006/relationships/slide" Target="/ppt/slides/slide1.xml" Id="Rfa898f063a784f30" /><Relationship Type="http://schemas.openxmlformats.org/officeDocument/2006/relationships/slide" Target="/ppt/slides/slide2.xml" Id="Ra9b43ab54f6b4afa" /><Relationship Type="http://schemas.openxmlformats.org/officeDocument/2006/relationships/slide" Target="/ppt/slides/slide3.xml" Id="R7173b6a137ff4e16" /><Relationship Type="http://schemas.openxmlformats.org/officeDocument/2006/relationships/slide" Target="/ppt/slides/slide4.xml" Id="R00ea93674fe243c6" /><Relationship Type="http://schemas.openxmlformats.org/officeDocument/2006/relationships/slide" Target="/ppt/slides/slide5.xml" Id="R700c50bbc1dc4eec" /><Relationship Type="http://schemas.openxmlformats.org/officeDocument/2006/relationships/slide" Target="/ppt/slides/slide6.xml" Id="Ree40bc66fefd43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8d03b97a994d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7900324c74b21" /><Relationship Type="http://schemas.openxmlformats.org/officeDocument/2006/relationships/notesMaster" Target="/ppt/notesMasters/notesMaster1.xml" Id="R6500699f8604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c7198a7394474" /><Relationship Type="http://schemas.openxmlformats.org/officeDocument/2006/relationships/notesMaster" Target="/ppt/notesMasters/notesMaster1.xml" Id="R7d90c033aec64d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9f75dfde5646d5" /><Relationship Type="http://schemas.openxmlformats.org/officeDocument/2006/relationships/notesMaster" Target="/ppt/notesMasters/notesMaster1.xml" Id="R8cfcdb9a176944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aea04a78dc4f92" /><Relationship Type="http://schemas.openxmlformats.org/officeDocument/2006/relationships/notesMaster" Target="/ppt/notesMasters/notesMaster1.xml" Id="Rd868210c6d1e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34300713024bcd" /><Relationship Type="http://schemas.openxmlformats.org/officeDocument/2006/relationships/notesMaster" Target="/ppt/notesMasters/notesMaster1.xml" Id="Rcbe5ac0554ac42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f658503072402f" /><Relationship Type="http://schemas.openxmlformats.org/officeDocument/2006/relationships/notesMaster" Target="/ppt/notesMasters/notesMaster1.xml" Id="R77a002f2dc424e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战略推进与本单元路线。前面已经学习怎样观察流程、组织改善和支持人员。这一单元进一步回答，组织怎样让这些行动围绕同一个方向持续进行。原书第六章强调，领导者需要改变看待和组织工作的方式。三讲依次学习领导参与、战略部署和持续推进。请继续使用你熟悉的工作问题，思考它与组织方向有什么关系，需要谁支持。本单元练习由整理者设计，用来形成一份简明的推进草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10_书籍/企业精益转型的领导之道/01_章节/CH06-S00 章首导语.md#^llet-ch06-s00-p001</a:t>
            </a:r>
          </a:p>
          <a:p xmlns:a="http://schemas.openxmlformats.org/drawingml/2006/main">
            <a:r>
              <a:t>10_书籍/企业精益转型的领导之道/01_章节/CH06-S13 本章总结.md#^llet-ch06-s13-p001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领导参与需要实践和指导。作者把精益学习描述为需要个人努力的实践型学习。领导者学习工具之后，还要在工作中积累经验，才能改变看问题的方式。第六章提出，在有经验者指导下制定学习计划，以精益方式组织自己的工作。对学员而言，可以先问自己，最近亲自观察过哪个过程，从哪里发现问题，遇到困难时向谁学习。这些是课程设计的练习问题，不要求所有岗位采用相同的培训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10_书籍/企业精益转型的领导之道/01_章节/CH06-S02 浸入式管理.md#^llet-ch06-s02-p001</a:t>
            </a:r>
          </a:p>
          <a:p xmlns:a="http://schemas.openxmlformats.org/drawingml/2006/main">
            <a:r>
              <a:t>10_书籍/企业精益转型的领导之道/01_章节/CH06-S02 浸入式管理.md#^llet-ch06-s02-p005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HON/HNI的浸入式学习。原书描述，HON/HNI的新管理人员在第一年参加四次为期一周的改善活动，依次涉及生产区的标准工作、价值流分析、管理工作，以及产品和工艺设计。这个历史案例说明，领导者不是只听一次介绍，而是在不同工作中学习发现浪费。这里沿用原书的企业并称，不把次数和周数当作所有组织必须遵守的标准，也不承诺活动一定消除某个比例的浪费。可借鉴的是有计划地安排实践和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10_书籍/企业精益转型的领导之道/01_章节/CH06-S02 浸入式管理.md#^llet-ch06-s02-p002</a:t>
            </a:r>
          </a:p>
          <a:p xmlns:a="http://schemas.openxmlformats.org/drawingml/2006/main">
            <a:r>
              <a:t>10_书籍/企业精益转型的领导之道/01_章节/CH06-S02 浸入式管理.md#^llet-ch06-s02-p003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指导联盟与共同沟通。原书中的指导联盟，是支持和引导转型的高级管理小组。它需要学习并帮助其他领导者成长，选择重要价值流，安排推进所需资源。沟通部分则提出四个问题：为什么需要改变，为什么选择这种方式，预期产生什么效果，每个人承担什么职责。把信息告诉大家一次，并不等于已经形成共同理解。本课采用这些问题帮助梳理沟通，不采用原书中缺少来源口径的记忆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10_书籍/企业精益转型的领导之道/01_章节/CH06-S03 指导联盟.md#^llet-ch06-s03-p001</a:t>
            </a:r>
          </a:p>
          <a:p xmlns:a="http://schemas.openxmlformats.org/drawingml/2006/main">
            <a:r>
              <a:t>10_书籍/企业精益转型的领导之道/01_章节/CH06-S03 指导联盟.md#^llet-ch06-s03-p003</a:t>
            </a:r>
          </a:p>
          <a:p xmlns:a="http://schemas.openxmlformats.org/drawingml/2006/main">
            <a:r>
              <a:t>10_书籍/企业精益转型的领导之道/01_章节/CH06-S03 指导联盟.md#^llet-ch06-s03-p006</a:t>
            </a:r>
          </a:p>
          <a:p xmlns:a="http://schemas.openxmlformats.org/drawingml/2006/main">
            <a:r>
              <a:t>10_书籍/企业精益转型的领导之道/01_章节/CH06-S04 沟通（信息共享）.md#^llet-ch06-s04-p002</a:t>
            </a:r>
          </a:p>
          <a:p xmlns:a="http://schemas.openxmlformats.org/drawingml/2006/main">
            <a:r>
              <a:t>10_书籍/企业精益转型的领导之道/01_章节/CH06-S04 沟通（信息共享）.md#^llet-ch06-s04-p003-list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一项改善需要谁支持。请暂停音频，打开共用学习单。沿用前面的一项改善，写出它为什么值得做，以及与客户需要或组织方向有什么联系。列出谁负责推进，需要哪些岗位参与，谁能提供指导或协调资源。再用本讲的四个沟通问题，写一段同事能听懂的说明。不确定的效果写成待验证目标，不把计划写成已经发生的成果。完成后，请一位相关同事反馈他是否理解目的和自己的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10_书籍/企业精益转型的领导之道/01_章节/CH06-S03 指导联盟.md#^llet-ch06-s03-p006</a:t>
            </a:r>
          </a:p>
          <a:p xmlns:a="http://schemas.openxmlformats.org/drawingml/2006/main">
            <a:r>
              <a:t>10_书籍/企业精益转型的领导之道/01_章节/CH06-S03 指导联盟.md#^llet-ch06-s03-p007-list</a:t>
            </a:r>
          </a:p>
          <a:p xmlns:a="http://schemas.openxmlformats.org/drawingml/2006/main">
            <a:r>
              <a:t>10_书籍/企业精益转型的领导之道/01_章节/CH06-S04 沟通（信息共享）.md#^llet-ch06-s04-p003-list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小结：方向需要有人共同推进。本讲记住三个要点：领导者需要亲自学习，多位管理者需要共同支持推进，沟通要围绕改变的原因和职责持续展开。自测一下，发出通知是否就等于形成共识？还需要了解参与者是否理解为什么做、怎样做和自己承担什么。你的一个行动是请一位实际参与者复述学习单上的安排，并补齐不清楚之处。下一讲把这些支持与组织目标、价值流行动和月度回顾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10_书籍/企业精益转型的领导之道/01_章节/CH06-S02 浸入式管理.md#^llet-ch06-s02-p005</a:t>
            </a:r>
          </a:p>
          <a:p xmlns:a="http://schemas.openxmlformats.org/drawingml/2006/main">
            <a:r>
              <a:t>10_书籍/企业精益转型的领导之道/01_章节/CH06-S03 指导联盟.md#^llet-ch06-s03-p001</a:t>
            </a:r>
          </a:p>
          <a:p xmlns:a="http://schemas.openxmlformats.org/drawingml/2006/main">
            <a:r>
              <a:t>10_书籍/企业精益转型的领导之道/01_章节/CH06-S04 沟通（信息共享）.md#^llet-ch06-s04-p002</a:t>
            </a:r>
          </a:p>
          <a:p xmlns:a="http://schemas.openxmlformats.org/drawingml/2006/main">
            <a:r>
              <a:t>10_书籍/企业精益转型的领导之道/01_章节/CH06-S04 沟通（信息共享）.md#^llet-ch06-s04-p003-list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2c59f4922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7fde2f47648f2" /><Relationship Type="http://schemas.openxmlformats.org/officeDocument/2006/relationships/slideLayout" Target="/ppt/slideLayouts/slideLayout1.xml" Id="R0a444f32eef146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44f32eef146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f272119654fe2" /><Relationship Type="http://schemas.openxmlformats.org/officeDocument/2006/relationships/notesSlide" Target="/ppt/notesSlides/notesSlide1.xml" Id="Rdea9d2b95b7d48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3bc33a18a4caf" /><Relationship Type="http://schemas.openxmlformats.org/officeDocument/2006/relationships/notesSlide" Target="/ppt/notesSlides/notesSlide2.xml" Id="R9013b8727041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c66c468af4eda" /><Relationship Type="http://schemas.openxmlformats.org/officeDocument/2006/relationships/notesSlide" Target="/ppt/notesSlides/notesSlide3.xml" Id="R07983a43fa93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97a8a47cb4da0" /><Relationship Type="http://schemas.openxmlformats.org/officeDocument/2006/relationships/notesSlide" Target="/ppt/notesSlides/notesSlide4.xml" Id="Ra8934d267c85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3351d0bf74963" /><Relationship Type="http://schemas.openxmlformats.org/officeDocument/2006/relationships/notesSlide" Target="/ppt/notesSlides/notesSlide5.xml" Id="R028e3379989e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2328e43614701" /><Relationship Type="http://schemas.openxmlformats.org/officeDocument/2006/relationships/notesSlide" Target="/ppt/notesSlides/notesSlide6.xml" Id="R65e56dce2e714c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30B40-FE99-458B-B3EA-22E578B9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战略推进与本单元路线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8691A-2795-4837-9A90-38FDC5AE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领导者在实践中学习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891C9-918F-4193-B92E-0E3B53DA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把方向连接到价值流改进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3705B-D8F5-4902-8F7B-95A1F4F9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通过回顾支持持续推进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0F5FF-2DC9-4FFD-9911-154A989B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1/6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601281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F922B-C4DD-4FBD-8637-1DCC9F0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领导参与需要实践和指导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60F00-CDDC-4EF7-981F-8DE679D8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在实际工作中学习看见浪费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E22A4-9C0F-4869-BA8B-33565AA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通过导师支持积累个人经验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80535-3BAA-4FA4-B51E-0874837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课堂学习是起点，仍需现场运用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A9BC1-C27E-4BF5-8571-7C2BBD9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2/6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181585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90829-7BA0-4237-95C0-9E4332E0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原书案例：HON/HNI的浸入式学习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92266-477E-4296-A443-206218A8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新管理人员首年参加四次一周活动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8F74C-47AD-4BEC-B7ED-DAC298B2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经历生产、价值流、管理及设计学习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3688F-7F02-45CA-B711-F9253289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重点是把概念用到不同工作中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22D9A-1573-449E-A7E8-C61F0A1F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3/6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720620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F840C-5798-42B4-B89D-9B18423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指导联盟与共同沟通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0B6CB-BD49-4CB2-BE19-D9958F65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多位高级管理者共同支持转型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D6342-6956-4D0E-A4A7-6563A961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先选重要价值流，并安排资源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1062D-DFDF-4085-A931-A874C81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说清原因、方式、预期效果和职责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687F6-D7F7-4AD9-8614-5D5AC67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4/6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907211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9F798-0693-41B6-967F-EFBD220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工作练习：一项改善需要谁支持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0A314-6D07-4E6C-9054-6F76C88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写出与客户或组织方向的联系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19CF8-F573-4C98-AD6C-DBABA1B0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列出负责人、参与岗位和指导者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D58D0-7CD2-4879-BBCC-1A5B4FA1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用四个沟通问题解释行动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D3DA6-CEDA-4C8F-83D5-EF0229E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5/6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723258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B1D26-654A-4013-8846-6723A456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小结：方向需要有人共同推进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12133-7019-44E9-8189-6F9D8595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要点：亲自学习、共同支持、持续沟通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98521-624F-412F-B5DC-734F5CBF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自测：发出通知是否等于形成共识？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2B18-4491-46CB-A3AB-B7ED6F64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行动：核对一位参与者的理解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596DB-A70A-4A1C-846E-FDE0AD6C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6/6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281213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2026-09-20T10:29:57.2410000Z</dcterms:created>
  <dcterms:modified xsi:type="dcterms:W3CDTF">2026-09-20T10:29:57.2410000Z</dcterms:modified>
</coreProperties>
</file>